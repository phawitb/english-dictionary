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c508da4ee41b0" /><Relationship Type="http://schemas.openxmlformats.org/officeDocument/2006/relationships/extended-properties" Target="/docProps/app.xml" Id="R4518be5509184067" /><Relationship Type="http://schemas.openxmlformats.org/officeDocument/2006/relationships/officeDocument" Target="/ppt/presentation.xml" Id="R9924880fc9f6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b585fe9e74a84"/>
  </p:sldMasterIdLst>
  <p:notesMasterIdLst>
    <p:notesMasterId xmlns:r="http://schemas.openxmlformats.org/officeDocument/2006/relationships" r:id="R8b45ea8795444ed5"/>
  </p:notesMasterIdLst>
  <p:sldIdLst>
    <p:sldId xmlns:r="http://schemas.openxmlformats.org/officeDocument/2006/relationships" id="256" r:id="Rc63f159528ed45e6"/>
    <p:sldId xmlns:r="http://schemas.openxmlformats.org/officeDocument/2006/relationships" id="257" r:id="R38110dda2bdf4840"/>
    <p:sldId xmlns:r="http://schemas.openxmlformats.org/officeDocument/2006/relationships" id="258" r:id="Rce4b0b2a72c84499"/>
    <p:sldId xmlns:r="http://schemas.openxmlformats.org/officeDocument/2006/relationships" id="259" r:id="R6a90b364616f447e"/>
    <p:sldId xmlns:r="http://schemas.openxmlformats.org/officeDocument/2006/relationships" id="260" r:id="R649b1c9b258f429d"/>
    <p:sldId xmlns:r="http://schemas.openxmlformats.org/officeDocument/2006/relationships" id="261" r:id="R96e46b52226543fa"/>
    <p:sldId xmlns:r="http://schemas.openxmlformats.org/officeDocument/2006/relationships" id="262" r:id="R4250be92730e472a"/>
    <p:sldId xmlns:r="http://schemas.openxmlformats.org/officeDocument/2006/relationships" id="263" r:id="Re250448ee05448f2"/>
    <p:sldId xmlns:r="http://schemas.openxmlformats.org/officeDocument/2006/relationships" id="264" r:id="R89566ed0b0494c5e"/>
    <p:sldId xmlns:r="http://schemas.openxmlformats.org/officeDocument/2006/relationships" id="265" r:id="Rcdb6c251c45a4645"/>
    <p:sldId xmlns:r="http://schemas.openxmlformats.org/officeDocument/2006/relationships" id="266" r:id="Rc71167226b3d42d2"/>
    <p:sldId xmlns:r="http://schemas.openxmlformats.org/officeDocument/2006/relationships" id="267" r:id="R85c2bd97f8614575"/>
    <p:sldId xmlns:r="http://schemas.openxmlformats.org/officeDocument/2006/relationships" id="268" r:id="R1d0f231595604796"/>
    <p:sldId xmlns:r="http://schemas.openxmlformats.org/officeDocument/2006/relationships" id="269" r:id="R34cb9c8a155e46d9"/>
    <p:sldId xmlns:r="http://schemas.openxmlformats.org/officeDocument/2006/relationships" id="270" r:id="Rea42d26b8b634b88"/>
    <p:sldId xmlns:r="http://schemas.openxmlformats.org/officeDocument/2006/relationships" id="271" r:id="Rbfb6f9bad4f64748"/>
    <p:sldId xmlns:r="http://schemas.openxmlformats.org/officeDocument/2006/relationships" id="272" r:id="R9d4a3101902a4695"/>
    <p:sldId xmlns:r="http://schemas.openxmlformats.org/officeDocument/2006/relationships" id="273" r:id="R6b512bd021cf4e03"/>
    <p:sldId xmlns:r="http://schemas.openxmlformats.org/officeDocument/2006/relationships" id="274" r:id="R88dbd90c77fb423b"/>
    <p:sldId xmlns:r="http://schemas.openxmlformats.org/officeDocument/2006/relationships" id="275" r:id="R3d582f05682c473d"/>
    <p:sldId xmlns:r="http://schemas.openxmlformats.org/officeDocument/2006/relationships" id="276" r:id="R81b9d666f00a46c6"/>
    <p:sldId xmlns:r="http://schemas.openxmlformats.org/officeDocument/2006/relationships" id="277" r:id="Re08082f60b5c43a6"/>
    <p:sldId xmlns:r="http://schemas.openxmlformats.org/officeDocument/2006/relationships" id="278" r:id="R3b05ac0a19504601"/>
    <p:sldId xmlns:r="http://schemas.openxmlformats.org/officeDocument/2006/relationships" id="279" r:id="Rad95622a6a2742a8"/>
    <p:sldId xmlns:r="http://schemas.openxmlformats.org/officeDocument/2006/relationships" id="280" r:id="R550e0fd950a04e96"/>
    <p:sldId xmlns:r="http://schemas.openxmlformats.org/officeDocument/2006/relationships" id="281" r:id="R8f7175fcdc914b6e"/>
    <p:sldId xmlns:r="http://schemas.openxmlformats.org/officeDocument/2006/relationships" id="282" r:id="Rf539ce48197c43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8cf19b5334c7e" /><Relationship Type="http://schemas.openxmlformats.org/officeDocument/2006/relationships/slideMaster" Target="/ppt/slideMasters/slideMaster1.xml" Id="R36fb585fe9e74a84" /><Relationship Type="http://schemas.openxmlformats.org/officeDocument/2006/relationships/notesMaster" Target="/ppt/notesMasters/notesMaster1.xml" Id="R8b45ea8795444ed5" /><Relationship Type="http://schemas.openxmlformats.org/officeDocument/2006/relationships/presProps" Target="/ppt/presProps.xml" Id="R9c61f41336964f90" /><Relationship Type="http://schemas.openxmlformats.org/officeDocument/2006/relationships/tableStyles" Target="/ppt/tableStyles.xml" Id="R74a9631d2e0f4058" /><Relationship Type="http://schemas.openxmlformats.org/officeDocument/2006/relationships/slide" Target="/ppt/slides/slide1.xml" Id="Rc63f159528ed45e6" /><Relationship Type="http://schemas.openxmlformats.org/officeDocument/2006/relationships/slide" Target="/ppt/slides/slide2.xml" Id="R38110dda2bdf4840" /><Relationship Type="http://schemas.openxmlformats.org/officeDocument/2006/relationships/slide" Target="/ppt/slides/slide3.xml" Id="Rce4b0b2a72c84499" /><Relationship Type="http://schemas.openxmlformats.org/officeDocument/2006/relationships/slide" Target="/ppt/slides/slide4.xml" Id="R6a90b364616f447e" /><Relationship Type="http://schemas.openxmlformats.org/officeDocument/2006/relationships/slide" Target="/ppt/slides/slide5.xml" Id="R649b1c9b258f429d" /><Relationship Type="http://schemas.openxmlformats.org/officeDocument/2006/relationships/slide" Target="/ppt/slides/slide6.xml" Id="R96e46b52226543fa" /><Relationship Type="http://schemas.openxmlformats.org/officeDocument/2006/relationships/slide" Target="/ppt/slides/slide7.xml" Id="R4250be92730e472a" /><Relationship Type="http://schemas.openxmlformats.org/officeDocument/2006/relationships/slide" Target="/ppt/slides/slide8.xml" Id="Re250448ee05448f2" /><Relationship Type="http://schemas.openxmlformats.org/officeDocument/2006/relationships/slide" Target="/ppt/slides/slide9.xml" Id="R89566ed0b0494c5e" /><Relationship Type="http://schemas.openxmlformats.org/officeDocument/2006/relationships/slide" Target="/ppt/slides/slide10.xml" Id="Rcdb6c251c45a4645" /><Relationship Type="http://schemas.openxmlformats.org/officeDocument/2006/relationships/slide" Target="/ppt/slides/slide11.xml" Id="Rc71167226b3d42d2" /><Relationship Type="http://schemas.openxmlformats.org/officeDocument/2006/relationships/slide" Target="/ppt/slides/slide12.xml" Id="R85c2bd97f8614575" /><Relationship Type="http://schemas.openxmlformats.org/officeDocument/2006/relationships/slide" Target="/ppt/slides/slide13.xml" Id="R1d0f231595604796" /><Relationship Type="http://schemas.openxmlformats.org/officeDocument/2006/relationships/slide" Target="/ppt/slides/slide14.xml" Id="R34cb9c8a155e46d9" /><Relationship Type="http://schemas.openxmlformats.org/officeDocument/2006/relationships/slide" Target="/ppt/slides/slide15.xml" Id="Rea42d26b8b634b88" /><Relationship Type="http://schemas.openxmlformats.org/officeDocument/2006/relationships/slide" Target="/ppt/slides/slide16.xml" Id="Rbfb6f9bad4f64748" /><Relationship Type="http://schemas.openxmlformats.org/officeDocument/2006/relationships/slide" Target="/ppt/slides/slide17.xml" Id="R9d4a3101902a4695" /><Relationship Type="http://schemas.openxmlformats.org/officeDocument/2006/relationships/slide" Target="/ppt/slides/slide18.xml" Id="R6b512bd021cf4e03" /><Relationship Type="http://schemas.openxmlformats.org/officeDocument/2006/relationships/slide" Target="/ppt/slides/slide19.xml" Id="R88dbd90c77fb423b" /><Relationship Type="http://schemas.openxmlformats.org/officeDocument/2006/relationships/slide" Target="/ppt/slides/slide20.xml" Id="R3d582f05682c473d" /><Relationship Type="http://schemas.openxmlformats.org/officeDocument/2006/relationships/slide" Target="/ppt/slides/slide21.xml" Id="R81b9d666f00a46c6" /><Relationship Type="http://schemas.openxmlformats.org/officeDocument/2006/relationships/slide" Target="/ppt/slides/slide22.xml" Id="Re08082f60b5c43a6" /><Relationship Type="http://schemas.openxmlformats.org/officeDocument/2006/relationships/slide" Target="/ppt/slides/slide23.xml" Id="R3b05ac0a19504601" /><Relationship Type="http://schemas.openxmlformats.org/officeDocument/2006/relationships/slide" Target="/ppt/slides/slide24.xml" Id="Rad95622a6a2742a8" /><Relationship Type="http://schemas.openxmlformats.org/officeDocument/2006/relationships/slide" Target="/ppt/slides/slide25.xml" Id="R550e0fd950a04e96" /><Relationship Type="http://schemas.openxmlformats.org/officeDocument/2006/relationships/slide" Target="/ppt/slides/slide26.xml" Id="R8f7175fcdc914b6e" /><Relationship Type="http://schemas.openxmlformats.org/officeDocument/2006/relationships/slide" Target="/ppt/slides/slide27.xml" Id="Rf539ce48197c43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2e23087e1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e2c8d9874e4545" /><Relationship Type="http://schemas.openxmlformats.org/officeDocument/2006/relationships/notesMaster" Target="/ppt/notesMasters/notesMaster1.xml" Id="R75b199d9fd8f46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f92ae4d19f4b71" /><Relationship Type="http://schemas.openxmlformats.org/officeDocument/2006/relationships/notesMaster" Target="/ppt/notesMasters/notesMaster1.xml" Id="Raa6d480f59914e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e6f583ec434df6" /><Relationship Type="http://schemas.openxmlformats.org/officeDocument/2006/relationships/notesMaster" Target="/ppt/notesMasters/notesMaster1.xml" Id="Rea1964a02944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bdef3c261f4ec8" /><Relationship Type="http://schemas.openxmlformats.org/officeDocument/2006/relationships/notesMaster" Target="/ppt/notesMasters/notesMaster1.xml" Id="R8d01d73c49fb43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b5c69a14fa41e7" /><Relationship Type="http://schemas.openxmlformats.org/officeDocument/2006/relationships/notesMaster" Target="/ppt/notesMasters/notesMaster1.xml" Id="Rf147ba35f633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4e0afeeb614471" /><Relationship Type="http://schemas.openxmlformats.org/officeDocument/2006/relationships/notesMaster" Target="/ppt/notesMasters/notesMaster1.xml" Id="R028a8257a8e048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4185d03a6e4797" /><Relationship Type="http://schemas.openxmlformats.org/officeDocument/2006/relationships/notesMaster" Target="/ppt/notesMasters/notesMaster1.xml" Id="Raaab73bfdaa6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9cbaf019d146c9" /><Relationship Type="http://schemas.openxmlformats.org/officeDocument/2006/relationships/notesMaster" Target="/ppt/notesMasters/notesMaster1.xml" Id="R4bea99b1b77e44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e0a88899f4021" /><Relationship Type="http://schemas.openxmlformats.org/officeDocument/2006/relationships/notesMaster" Target="/ppt/notesMasters/notesMaster1.xml" Id="R2e1ff291701346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af8a5a74164e37" /><Relationship Type="http://schemas.openxmlformats.org/officeDocument/2006/relationships/notesMaster" Target="/ppt/notesMasters/notesMaster1.xml" Id="Rf88d2c0f3cbb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f5a589c938435f" /><Relationship Type="http://schemas.openxmlformats.org/officeDocument/2006/relationships/notesMaster" Target="/ppt/notesMasters/notesMaster1.xml" Id="R67f5d8884fb24f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5aa3e866046f2" /><Relationship Type="http://schemas.openxmlformats.org/officeDocument/2006/relationships/notesMaster" Target="/ppt/notesMasters/notesMaster1.xml" Id="R755a7955bb874a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e63b2c8d034396" /><Relationship Type="http://schemas.openxmlformats.org/officeDocument/2006/relationships/notesMaster" Target="/ppt/notesMasters/notesMaster1.xml" Id="R6a2bea239f794e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ff39e9e9244c6d" /><Relationship Type="http://schemas.openxmlformats.org/officeDocument/2006/relationships/notesMaster" Target="/ppt/notesMasters/notesMaster1.xml" Id="Re19094eb0e744d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cac758f89f433c" /><Relationship Type="http://schemas.openxmlformats.org/officeDocument/2006/relationships/notesMaster" Target="/ppt/notesMasters/notesMaster1.xml" Id="R0cf8580f89eb49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f826b04afd489a" /><Relationship Type="http://schemas.openxmlformats.org/officeDocument/2006/relationships/notesMaster" Target="/ppt/notesMasters/notesMaster1.xml" Id="Re0494cacc5a843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d1d4d5df1c4e43" /><Relationship Type="http://schemas.openxmlformats.org/officeDocument/2006/relationships/notesMaster" Target="/ppt/notesMasters/notesMaster1.xml" Id="R4406e5c39dd549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81e529548c436f" /><Relationship Type="http://schemas.openxmlformats.org/officeDocument/2006/relationships/notesMaster" Target="/ppt/notesMasters/notesMaster1.xml" Id="Rf1500a3568c044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34605070cb4b88" /><Relationship Type="http://schemas.openxmlformats.org/officeDocument/2006/relationships/notesMaster" Target="/ppt/notesMasters/notesMaster1.xml" Id="Ref5c024ca78041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1ce24b234940fc" /><Relationship Type="http://schemas.openxmlformats.org/officeDocument/2006/relationships/notesMaster" Target="/ppt/notesMasters/notesMaster1.xml" Id="R6fee796d9a6a43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0e40acca514d20" /><Relationship Type="http://schemas.openxmlformats.org/officeDocument/2006/relationships/notesMaster" Target="/ppt/notesMasters/notesMaster1.xml" Id="Rf6a745d508c747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6ecee29f7a476b" /><Relationship Type="http://schemas.openxmlformats.org/officeDocument/2006/relationships/notesMaster" Target="/ppt/notesMasters/notesMaster1.xml" Id="Rf65f947b0c0441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f3d0a1a73049c4" /><Relationship Type="http://schemas.openxmlformats.org/officeDocument/2006/relationships/notesMaster" Target="/ppt/notesMasters/notesMaster1.xml" Id="Ra7d36afb305b45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e1327e71334c10" /><Relationship Type="http://schemas.openxmlformats.org/officeDocument/2006/relationships/notesMaster" Target="/ppt/notesMasters/notesMaster1.xml" Id="Rc0504961b57649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1ed79bfeba4020" /><Relationship Type="http://schemas.openxmlformats.org/officeDocument/2006/relationships/notesMaster" Target="/ppt/notesMasters/notesMaster1.xml" Id="R584ab87ce6194c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62505005e54c08" /><Relationship Type="http://schemas.openxmlformats.org/officeDocument/2006/relationships/notesMaster" Target="/ppt/notesMasters/notesMaster1.xml" Id="R1c5895057a6845b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fab24969c0405e" /><Relationship Type="http://schemas.openxmlformats.org/officeDocument/2006/relationships/notesMaster" Target="/ppt/notesMasters/notesMaster1.xml" Id="Rb6b36076e4c74d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English–Thai adaptation of the local learning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efd7b4770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c4b30fa484134" /><Relationship Type="http://schemas.openxmlformats.org/officeDocument/2006/relationships/slideLayout" Target="/ppt/slideLayouts/slideLayout1.xml" Id="R50987c670c1044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87c670c1044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6c31ed8424275" /><Relationship Type="http://schemas.openxmlformats.org/officeDocument/2006/relationships/notesSlide" Target="/ppt/notesSlides/notesSlide1.xml" Id="Rb5de55b67edd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2b492b4ac427c" /><Relationship Type="http://schemas.openxmlformats.org/officeDocument/2006/relationships/notesSlide" Target="/ppt/notesSlides/notesSlide2.xml" Id="R4c7e002f475842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7aa676144253" /><Relationship Type="http://schemas.openxmlformats.org/officeDocument/2006/relationships/notesSlide" Target="/ppt/notesSlides/notesSlide3.xml" Id="Rb8f5902ccc6047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58fc7994f4f62" /><Relationship Type="http://schemas.openxmlformats.org/officeDocument/2006/relationships/notesSlide" Target="/ppt/notesSlides/notesSlide4.xml" Id="Rbbb428e1944142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85561b6f45f9" /><Relationship Type="http://schemas.openxmlformats.org/officeDocument/2006/relationships/notesSlide" Target="/ppt/notesSlides/notesSlide5.xml" Id="R5fc358e8c58d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83b6c25f34c10" /><Relationship Type="http://schemas.openxmlformats.org/officeDocument/2006/relationships/notesSlide" Target="/ppt/notesSlides/notesSlide6.xml" Id="R109788fa94dc45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ff022ff54a38" /><Relationship Type="http://schemas.openxmlformats.org/officeDocument/2006/relationships/notesSlide" Target="/ppt/notesSlides/notesSlide7.xml" Id="R8ce3d006cade48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de8235eb34c1d" /><Relationship Type="http://schemas.openxmlformats.org/officeDocument/2006/relationships/notesSlide" Target="/ppt/notesSlides/notesSlide8.xml" Id="Rd5f009c7eaab4c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b976043a3400c" /><Relationship Type="http://schemas.openxmlformats.org/officeDocument/2006/relationships/notesSlide" Target="/ppt/notesSlides/notesSlide9.xml" Id="R085f915ffeb046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8b8a423334a58" /><Relationship Type="http://schemas.openxmlformats.org/officeDocument/2006/relationships/notesSlide" Target="/ppt/notesSlides/notesSlide10.xml" Id="Rea197e8f68d848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2d84df8e3475f" /><Relationship Type="http://schemas.openxmlformats.org/officeDocument/2006/relationships/notesSlide" Target="/ppt/notesSlides/notesSlide11.xml" Id="Ra401e246a2da4b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976d8577046f7" /><Relationship Type="http://schemas.openxmlformats.org/officeDocument/2006/relationships/notesSlide" Target="/ppt/notesSlides/notesSlide12.xml" Id="R6c5fe50dc79548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e062389d54257" /><Relationship Type="http://schemas.openxmlformats.org/officeDocument/2006/relationships/notesSlide" Target="/ppt/notesSlides/notesSlide13.xml" Id="R9ad2c68d54a643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77067fa1f403f" /><Relationship Type="http://schemas.openxmlformats.org/officeDocument/2006/relationships/notesSlide" Target="/ppt/notesSlides/notesSlide14.xml" Id="R39103ee2715549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2c376fbd14d32" /><Relationship Type="http://schemas.openxmlformats.org/officeDocument/2006/relationships/notesSlide" Target="/ppt/notesSlides/notesSlide15.xml" Id="R5ff25455c11549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67d73c87c4c97" /><Relationship Type="http://schemas.openxmlformats.org/officeDocument/2006/relationships/notesSlide" Target="/ppt/notesSlides/notesSlide16.xml" Id="R3923edced1444d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95c5132114f15" /><Relationship Type="http://schemas.openxmlformats.org/officeDocument/2006/relationships/notesSlide" Target="/ppt/notesSlides/notesSlide17.xml" Id="R30e70b0748a240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e4d1d6e694471" /><Relationship Type="http://schemas.openxmlformats.org/officeDocument/2006/relationships/notesSlide" Target="/ppt/notesSlides/notesSlide18.xml" Id="R2b38c63794ef44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993220c644017" /><Relationship Type="http://schemas.openxmlformats.org/officeDocument/2006/relationships/notesSlide" Target="/ppt/notesSlides/notesSlide19.xml" Id="Raece0a5134ab4c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f58d34244bf4" /><Relationship Type="http://schemas.openxmlformats.org/officeDocument/2006/relationships/notesSlide" Target="/ppt/notesSlides/notesSlide20.xml" Id="R4f7f6c269e184e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d9ea22df34460" /><Relationship Type="http://schemas.openxmlformats.org/officeDocument/2006/relationships/notesSlide" Target="/ppt/notesSlides/notesSlide21.xml" Id="R4d8123f1b63b45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56b73341411e" /><Relationship Type="http://schemas.openxmlformats.org/officeDocument/2006/relationships/notesSlide" Target="/ppt/notesSlides/notesSlide22.xml" Id="R70ba70da7dd14d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a90f28ec4188" /><Relationship Type="http://schemas.openxmlformats.org/officeDocument/2006/relationships/notesSlide" Target="/ppt/notesSlides/notesSlide23.xml" Id="R6859e552e3b944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20b06bc204670" /><Relationship Type="http://schemas.openxmlformats.org/officeDocument/2006/relationships/notesSlide" Target="/ppt/notesSlides/notesSlide24.xml" Id="R29d7b3fb75604e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2911cfdc84b05" /><Relationship Type="http://schemas.openxmlformats.org/officeDocument/2006/relationships/notesSlide" Target="/ppt/notesSlides/notesSlide25.xml" Id="R3ff1fe6d72f048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7bd9ae8814da4" /><Relationship Type="http://schemas.openxmlformats.org/officeDocument/2006/relationships/notesSlide" Target="/ppt/notesSlides/notesSlide26.xml" Id="R97929d230b6b46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4aab90a0646c3" /><Relationship Type="http://schemas.openxmlformats.org/officeDocument/2006/relationships/notesSlide" Target="/ppt/notesSlides/notesSlide27.xml" Id="Rf1336fe8ab1543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BE1D0-B496-4A38-A962-E5635A0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D53E0-A9EE-45D1-A2CD-50660DB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English–Thai essentials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12B00-D131-46A7-BE6D-DD463269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Learn English with Thai translations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2633D-43B1-4715-A28F-F776B9C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Alphabet, everyday phrases and grammar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B9B56-EA64-413F-A7FD-917512D2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ฝึกอ่าน ฟัง และพูดภาษาอังกฤษ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5389E-1AF5-4274-8EA0-D76BFB3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9888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EBED1-AAD8-4BC9-8FC1-BA92F70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968A0-A28E-49A3-AE71-29DA95A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Alphabet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9301B-14D2-456D-B23F-28F0988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   /   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0E247-8E9F-4C61-B607-DED8B80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B   /   bee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9510A-F770-4702-87EF-691B966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C   /   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3A6B-2A38-4C7A-8E2D-825EF39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D   /   dee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2AC3-89D9-4601-A171-126DC037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E   /   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FB65B-EBDB-4756-9727-FC5862FF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F   /   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3B052-5838-4A9E-8B78-D5BD5C9D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G   /   jee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C2185-317C-4266-814E-C982FB0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124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E57F2-3AC5-4A2A-8A24-F7A1B5E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E0BC-F6A5-4500-9401-7F0B3D5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Alphabet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5473D-C124-4A62-B339-06AC43B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   /   aitch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81582-F078-4DFB-8F84-2607AB77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  /   eye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B931B-22ED-41C8-852F-87A1BA9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J   /   jay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64248-B8CF-49D7-82DF-16302A8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K   /   kay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98AFF-4712-4F18-B392-55234B93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   /   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75638-DFCA-420F-8015-08B10B9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M   /   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F7DD0-9EAC-4E73-AF28-A6C18449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   /   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3F1A5-8ECF-45A5-B872-5C0725D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6005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2C9CE-101E-4BE5-8A5A-61E47B4D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72C20-D223-4EB4-970B-0EA8485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Alphabet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1B8C4-B008-40C1-9686-89B6577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O   /   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853AC-550D-43AB-A14E-A9AC4E7D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P   /   pee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24E22-C0F6-4D46-A57C-58D1D52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Q   /   kyoo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497C1-1A7B-462B-8335-FE9D636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R   /   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AC067-FDBC-4C07-8516-BA20A62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   /   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0AB9-1C42-4CB6-B53E-C5D42B68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   /   tee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988CE-6DAB-447D-8E9C-61E6BFA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U   /   yoo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CD4FC-429C-42C5-B9B4-19835F1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1072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2F054-C7E7-49EB-A675-A51C390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FE7B9-1817-4E38-9247-F13842DA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Alphabet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8204E-B1ED-4F7F-862C-F181D525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V   /   vee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EDE4C-B470-4FDA-8540-CAF7F08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   /   double-u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DA84F-F30E-44FB-A5BD-8D8E57B8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X   /   eks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6E11F-22CB-4611-9C45-80DE246A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   /   wy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1268B-FA97-4599-B5C4-1D8E69B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Z   /   zee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5055E-D1D1-4584-AD0A-FDF8BFC8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4020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721A0-3658-42A2-B795-670647AB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E3BFF-D439-4D30-AB7A-27E0AD6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B538F-7AA7-456C-B975-6FA630F3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Take care!   /   ดูแลตัวเองด้วย!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17C81-75F4-4EC6-842A-162B8774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Have a nice day!   /   ขอให้เป็นวันที่ดี!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34274-6B2A-4A8F-89A7-CBF50E6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Good morning!   /   อรุณสวัสดิ์!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6A777-78EC-4AFA-BE25-A9BD148E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Morning!   /   สวัสดีตอนเช้า!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304BA-9E1C-47EC-BA97-49CA9F65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Hello!   /   สวัสดี!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0F7E0-C629-42A0-A93F-92F3FA10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5792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D423-CF36-4D6E-AEFD-FA5EDDA7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AFC1D-C632-49BF-8579-34C2B8F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B5FEE-5568-4BE1-AECE-33A53A4A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Good day!   /   สวัสดีตอนกลางวัน!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9AACC-8FF5-473A-8941-BC2429E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Good evening!   /   สวัสดีตอนเย็น!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FE8A3-0FB3-4E9C-9A3B-1F67484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Good night!   /   ราตรีสวัสดิ์!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83E28-AA98-4988-9B35-B5FC4691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Sleep well!   /   หลับฝันดีนะ!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EAD1-5377-427A-BBA8-BF0485D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Hi!   /   หวัดดี!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2EED5-4E01-43D7-8FDC-A914A47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9128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0B1B4-A1FC-4D38-9611-381FA2E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BC636-75E2-4B29-8E92-7FBA90E3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A9681-BB74-4517-9298-BFA4278E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Hello!   /   สวัสดี!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45BE2-6852-49CB-8FF8-6CBC3D2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Nice to meet you!   /   ยินดีที่ได้รู้จัก!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5A775-A2C2-47FE-97BF-66D87FDC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See you!   /   แล้วเจอกัน!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B71AB-D15B-4933-8F22-BAE98A78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Bye!   /   ลาก่อน!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1EE03-233B-4151-AD8E-5023DE48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See you tomorrow!   /   พรุ่งนี้เจอกัน!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157BF-DC30-4F65-812C-8171D4E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3083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43565-5A3C-40C1-B0E5-D2EF299E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4377-80F4-40C6-8E53-E9781F1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0142C-1A95-4ECB-8799-C2E78604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How are you?   /   สบายดีไหม?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A293-B06E-49DD-AA95-D76FA7F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am fine.   /   ฉันสบายดี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2252D-4DAA-4ACC-A453-3900D27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Thank you.   /   ขอบคุณ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14259-4CCB-49AE-A722-A1F115D8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are welcome.   /   ด้วยความยินดี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D5EB5-7126-46EF-8116-67187F3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Yes.   /   ใช่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0E867-C180-4DD4-9C38-CF720CA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3370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B5FC6-420C-4B55-B5B1-8D53DBA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99E47-E06A-42A0-B1D6-DD2C084C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46BB3-A566-46D3-86C8-7CB2A1AE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No.   /   ไม่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6135-71C2-4ED2-B70D-B423CFFC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Excuse me.   /   ขอโทษครับ/ค่ะ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843B4-B5F9-4020-B7D0-BDB5017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Sorry.   /   ขอโทษ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BF52E-145E-495D-8959-583F79C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Never mind.   /   ไม่เป็นไร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CD5C0-111C-45BB-9505-D02132B5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Cheers!   /   ชนแก้ว!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C28A-F1FB-401A-9BC0-BA911B7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3775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45AD2-529A-4E40-9785-6F636BD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2B072-39C8-4082-AF7F-D8E978E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7CE6C-9175-48E9-BEB2-97E9D97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Enjoy your meal!   /   ทานให้อร่อยนะ!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E3AB2-7B75-406C-8ED8-CD5BD7D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Thank you for the meal.   /   ขอบคุณสำหรับอาหารมื้อนี้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12AA7-7905-4383-8316-DAA5FC2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It was good.   /   มันอร่อยมาก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F875C-0D7C-4B13-AC75-FA93A63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My name is...   /   ฉันชื่อ...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4048A-021B-4F4E-A407-66644C4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What is your name?   /   คุณชื่ออะไร?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A26D3-16AB-49B4-ADC6-AFAA37ED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8070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51052-E5E6-4A49-B42C-D38D0F2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C4D78-F2EE-4A5E-80EB-6E4E0AEB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Everyday phrases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E5A2-A159-4C30-B2F2-3A49AAE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Welcome!   /   ยินดีต้อนรับ!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50F85-4134-4E18-B337-244A1BDB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am a student.   /   ฉันเป็นนักเรียน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2FD6-73AB-43CB-8B98-963311B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are a teacher.   /   คุณเป็นครู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2A7E-A1BE-43EA-84BB-D31EEF9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They are friends.   /   พวกเขาเป็นเพื่อนกัน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D1CF-B290-4552-BD2E-8E23886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1990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9019A-10FE-4DA0-A3E5-D898302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CD57D-F006-4115-9282-DB2FCA0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D08A2-34AC-47FE-ABA4-8346C83B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Hi!   /   หวัดดี!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7CCA8-34A7-4EC5-8324-8BCF295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and   /   และ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48006-F842-448C-8C25-B1FBD0DD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Welcome!   /   ยินดีต้อนรับ!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680B-F984-4F73-B7EF-476EC7C0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Sorry!   /   ขอโทษ!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996A9-2464-420B-8F11-CCE4D7B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is   /   คือ/เป็น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FBB98-75D0-45BF-974A-85724577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here   /   ที่นี่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761B1-0E94-4CA0-9A22-F8E0F0D6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4741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0F3CF-E1B6-46B2-8182-5CE10CFC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F3A10-63AF-4C4E-A553-44551B8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FA661-FB68-4FBE-9FE9-2FE438C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English course   /   คอร์สภาษาอังกฤษ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CD2C-BAEA-401A-9500-A9F0919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yes   /   ใช่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70FC6-C6C1-43C5-B578-660CD58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to be   /   เป็น/อยู่/คือ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40A13-CCBA-4A3C-BE66-DB2A7380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this   /   นี่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7AFFE-E48E-40C1-B65E-AD1375B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place   /   สถานที่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97C79-EDAC-4AB0-BD5B-4578BA1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free   /   ว่าง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2433A-DFE4-40F2-AFCA-F4B88EBC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9355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D2FE1-8B93-48C4-B73F-B96035A8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9892D-8464-4C45-9DCA-FB6D51A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E2267-D442-4415-BBED-685B288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nice   /   ดี/น่ารัก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FA6E8-3342-48A1-ACFA-CD98920E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  /   ฉัน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A3311-D847-4F59-B425-3139E4D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who   /   ใคร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9E3D6-CFE7-44BA-9D61-D01B0EC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  /   คุณ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B8A8B-9D96-4477-AC85-37CBDE29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Nice to meet you!   /   ยินดีที่ได้รู้จัก!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23364-0DDC-4660-9464-F4118597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Likewise!   /   เช่นกัน!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BDAA-65F9-47FC-BFDC-97EFD9BE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4174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6BDA7-94F5-4F5D-A51D-96134FF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2A7A7-DCD2-4E82-B0CD-47B0A4B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6D4F5-2C0E-4FEC-95FD-45A8FBE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How are you?   /   สบายดีไหม?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73150-917C-423D-9DD1-72F8215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teacher   /   ครู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B8A82-223F-4095-8C03-9D71082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spelled   /   สะกด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014BE-0B72-4097-817F-E92D3C2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first name   /   ชื่อจริง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A796B-5A91-4FE5-BFD1-16BFBAFB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last name   /   นามสกุล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9BBBE-5C77-4E65-90B6-FB9C1D4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okay   /   โอเค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A11A6-228E-46EA-918C-10C51BD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39371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74BB6-6EF6-4649-8CFA-1BCE811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E5D59-522C-4085-AEF0-B28071F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C08BA-AB97-4DA9-9E42-CDFFCF5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Monday   /   วันจันทร์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CD27-DACE-4F47-97D8-21E92D7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Wednesday   /   วันพุธ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E190-C4A1-488F-8CDC-DEDE1207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Thursday   /   วันพฤหัสบดี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05484-A440-46E7-A95E-A8C21D38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time   /   เวลา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D801C-792A-4434-B4D6-4CE906FC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classroom   /   ห้องเรียน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8A340-41C4-4FC0-824D-BCDD458B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lesson   /   บทเรียน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B15E9-1C85-4F20-B3FC-EF9CD15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249922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3BBB4-EFCC-419F-99E0-E83CEAC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6DD14-01E7-46F7-9CFC-B6F5ADC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7CDA6-3472-462C-A454-554D677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question   /   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DEFDE-0F93-4B40-A9A2-D2AC92E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answer   /   คำตอบ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B8A69-0E94-4AFB-8182-C6D281E9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listen   /   ฟัง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16482-E456-47B8-9BC2-EDD01C48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repeat   /   พูดซ้ำ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8CD72-1E31-47DF-93DF-CBB27F7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write   /   เขียน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514B2-8B4D-48A0-A060-8E18CEA1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read   /   อ่าน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2FDDE-EF45-484D-BB3E-974BD8C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54408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A6CE2-9396-4EB7-A841-E76248E5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6381F-C3C1-4C00-812A-CD2766E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Vocabulary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0FB1E-62B3-49D1-B174-215BF785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please   /   กรุณา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15E13-7970-4CA7-818B-30B6DE3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understand   /   เข้าใจ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1B500-963F-4373-AF14-1313807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18587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485FB-4A7F-4E6D-BB5D-642098F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F0BCC-177E-48E3-A0FC-9B5A82A3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Pronouns and 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0B415-45A2-4184-AEE9-A6F1D22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am   /   ฉันเป็น/อยู่/คือ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FCFF0-100C-4B38-8556-58D24EC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are   /   คุณเป็น/อยู่/คือ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E4CCF-0EF2-4A9A-9DF0-B225954D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he / she / it is   /   เขา/มัน เป็น/อยู่/คือ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9DEE3-3E0E-46A8-8B35-73A239E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we are   /   พวกเราเป็น/อยู่/คือ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FE143-CF29-4F0D-B8A7-2C7B490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are   /   พวกคุณเป็น/อยู่/คือ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1C043-44C3-4444-A13E-45A111D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they are   /   พวกเขาเป็น/อยู่/คือ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2CAE5-3BB6-4FF5-8C79-12E16F3E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547182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E9181-2F4C-48A6-9DC9-B8015598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E8CF5-8E39-405E-A2BF-5F197FA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Days of the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11AA8-D63A-495E-BCD4-E2F3EDA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Monday   /   วันจันทร์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597C-65F1-4617-A091-A129852B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Tuesday   /   วันอังคาร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780E3-B075-409D-BD52-BD3E262C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Wednesday   /   วันพุธ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C35E6-D1A4-47A2-82F0-075168F5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Thursday   /   วันพฤหัสบดี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6E463-9ACC-4174-BBF7-213DAF6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Friday   /   วันศุกร์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679AD-F5E1-4702-BCB4-89F6F66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Saturday   /   วันเสาร์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1262E-E6E1-48A5-8880-DEBE5B6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Sunday   /   วันอาทิตย์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A012B-544B-4BB3-ADF1-BBEF48E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30702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340D8-BEF6-4EB5-87C7-9C15080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9A846-67B3-4509-9DB5-2E77926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Articles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14AFD-0B93-4C82-8B26-57B5D0F4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 book / หนังสือหนึ่งเล่ม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10035-BB28-4D42-BB93-DBE7C83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an apple / แอปเปิลหนึ่งผล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61891-C4C9-497B-9D5D-40923C9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the sun / ดวงอาทิตย์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3033-B7A8-41B3-A9C7-6BA84499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a/an ใช้ตามเสียงขึ้นต้น; the ระบุสิ่งที่รู้กัน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61645-5DE4-484B-9EDC-866F3DA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311104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28CAB-EBE6-4AB2-87B2-A680688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4199-5E70-4DE1-90DF-93E08C3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Present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0F357-F754-4FF7-8999-79F57616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work. / ฉันทำงาน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36703-4273-41B6-83BF-C5392DC3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She works. / เธอทำงาน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2E838-35B6-41BF-980F-EFC8BB24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They study. / พวกเขาเรียน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19BD7-B4E8-431C-A10F-AB2F522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He studies. / เขาเรียน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7DCA9-0F98-4D21-B5C7-CF05DB7D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547474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E028A-8AC5-48B7-B0BC-01D17FF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EE3EF-1263-40F6-81BF-F848B14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Negative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96E08-9ED5-4C75-89BB-D9FCD39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do not work. / ฉันไม่ทำงาน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00BB0-E7CB-4135-A4ED-4F5C503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She does not work. / เธอไม่ทำงาน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1896B-5421-474F-AFED-B80BDF02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am not tired. / ฉันไม่เหนื่อย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E832F-F492-4898-833D-6C7157E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They are not here. / พวกเขาไม่ได้อยู่ที่นี่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48C7E-CCB4-4D9E-96B9-7E1FA081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15714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BB0A-F379-49F4-8D41-0177EB9A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E7516-92AB-4869-9F0A-0ADC21C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7A5C5-021B-4B3A-844F-D2A084C5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What is your name? / คุณชื่ออะไร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83A6E-81C7-441B-A0C4-A855077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Where do you live? / คุณอยู่ที่ไหน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E39FE-E266-4E4C-8F81-C57F94A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Do you speak English? / คุณพูดภาษาอังกฤษไหม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6E6E4-0CC7-4ABE-9903-A954E83B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Are you ready? / คุณพร้อมไหม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6AA6-3EDD-49C3-87F2-76512A7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737127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E4B6F-3474-4703-8F00-A18C76A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21948-E171-4DCD-8CD1-8CA0E84B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Contractions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D2500-FFC3-4793-8868-983960D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am → I'm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A1BD7-3B16-4373-9CD8-417E533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You are → You're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433FD-44BA-42CA-A442-14843F7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I will → I'll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CBFEA-3278-44BD-BC04-3E53697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Do not → Don't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23B6-E313-4536-B455-89A9EF7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Does not → Doesn't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4456-5F2A-473A-B005-BFC2F14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565574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2F61B-867F-4E07-8F25-B2AA75B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758E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E758E"/>
                </a:solidFill>
                <a:latin typeface="Thonburi"/>
                <a:ea typeface="Thonburi"/>
                <a:cs typeface="Thonburi"/>
              </a:rPr>
              <a:t>SISU  /  ENGLISH–THAI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23BD8-9B54-4D84-A3D6-FB3DFD2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3D57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43D57"/>
                </a:solidFill>
                <a:latin typeface="Thonburi"/>
                <a:ea typeface="Thonburi"/>
                <a:cs typeface="Thonburi"/>
              </a:rPr>
              <a:t>Pronunciation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1FB09-CFF1-4BE1-9D6A-D6595EA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She sells seashells by the seashore.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8365B-624D-450B-BF9B-D9C55BA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How much wood would a woodchuck chuck?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F1ABD-D2D5-4DAD-A121-45B70E3B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C5268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C5268"/>
                </a:solidFill>
                <a:latin typeface="Thonburi"/>
                <a:ea typeface="Thonburi"/>
                <a:cs typeface="Thonburi"/>
              </a:rPr>
              <a:t>Red lorry, yellow lorry, red lorry, yellow lorry.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1F20C-EC30-450D-8E3D-F3215DE1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8897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88897"/>
                </a:solidFill>
                <a:latin typeface="Thonburi"/>
                <a:ea typeface="Thonburi"/>
                <a:cs typeface="Thonbu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77588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2026-10-05T01:14:51.5640000Z</dcterms:created>
  <dcterms:modified xsi:type="dcterms:W3CDTF">2026-10-05T01:14:51.5640000Z</dcterms:modified>
</coreProperties>
</file>